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2026-10-02T09:25:16.624532Z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5b79fe51d36d701ccd36ede78e5fd0918171220b61c95c5526f5c820fb8f9969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2026-10-02T09:25:16.624532Z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