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2026-10-02T09:25:15.879830Z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4fef77a5ad3baca19b480eee63e9fd9df17dfe22f869e4cb5273a2f56ab62c5d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2026-10-02T09:25:15.879830Z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